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64CCC9"/>
          </a:solidFill>
          <a:ln w="9525">
            <a:solidFill>
              <a:srgbClr val="64CCC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Template · lorem ipsum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Journey Presentation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83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 veniam quis nostrud exercitation ullamco laboris nisi ut aliquip.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EB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TPL-JOURNEY-01 · STORY-JOURNEY-01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[Audience] · [Month Year] · Owner: [Name]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TO USE THIS TEMPLATE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 ways to turn this template into your deck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HOW-TO · delete before sharing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754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11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OPTION A · EDIT BY HAND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Replace every lorem ipsum line and dummy number with your content.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Keep the layouts. Delete slides you have no evidence for.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Put real screenshots behind the grey phone screens.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47548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OPTION B · USE YOUR AI TOOL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Attach cx-presentation-system.md, then write: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8463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ECECEA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892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7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 TPL-JOURNEY-01 with STORY-JOURNEY-01. Here is my objective, audience and data: …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178308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SLIDE SEQUENCE IN THIS TEMPLATE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214884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148840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Journey overview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402775" y="21488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4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SLD-EXEC-SUMMARY-01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2478024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77840" y="247802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478024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/ audience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402775" y="247802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4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SLD-PERSONA-01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2807208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77840" y="280720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2807208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Journey stages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402775" y="280720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4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SLD-JOURNEY-01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3136392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77840" y="313639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3136392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Current-state experience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402775" y="313639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4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SLD-JOURNEY-01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3465576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77840" y="3465576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035040" y="3465576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points / friction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402775" y="346557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4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3794760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77840" y="379476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035040" y="3794760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Needs / insights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402775" y="37947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4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SLD-QUOTE-01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77840" y="4123944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577840" y="412394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035040" y="4123944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Opportunities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402775" y="41239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4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77840" y="4453128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577840" y="445312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035040" y="4453128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Future-state journey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9402775" y="44531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4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SLD-JOURNEY-01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77840" y="4782312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577840" y="4782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035040" y="4782312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Experience principles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9402775" y="478231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4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577840" y="5111496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577840" y="5111496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6035040" y="5111496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Priority opportunities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9402775" y="51114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4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SLD-MATRIX-01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577840" y="5440680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577840" y="544068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6035040" y="5440680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9402775" y="54406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4F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SLD-NEXT-STEPS-01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5577840" y="6172200"/>
            <a:ext cx="6156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All copy is lorem ipsum and every number is dummy data.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JOURNEY OVERVIEW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Elit sed do eiusmod tempor incididunt ut labore 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SLD-EXEC-SUMMARY-01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57621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025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9397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2084832"/>
            <a:ext cx="2433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CONTEXT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603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42%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4290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 veniam quis nostrud exercitation ullamco laboris nisi.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07738" y="1783080"/>
            <a:ext cx="357621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82058" y="20025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2093976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176418" y="2084832"/>
            <a:ext cx="2433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FINDING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582058" y="25603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 of 5</a:t>
            </a:r>
            <a:endParaRPr lang="en-US" sz="4200" dirty="0"/>
          </a:p>
        </p:txBody>
      </p:sp>
      <p:sp>
        <p:nvSpPr>
          <p:cNvPr id="18" name="Text 14"/>
          <p:cNvSpPr txBox="1"/>
          <p:nvPr/>
        </p:nvSpPr>
        <p:spPr>
          <a:xfrm>
            <a:off x="4582058" y="34290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 minim veniam quis nostrud exercitation ullamco laboris nisi ut aliquip ex ea commodo consequat duis.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158277" y="1783080"/>
            <a:ext cx="357621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32597" y="20025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093976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26957" y="2084832"/>
            <a:ext cx="2433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IMPACT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32597" y="25603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04F7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+18 pts</a:t>
            </a:r>
            <a:endParaRPr lang="en-US" sz="4200" dirty="0"/>
          </a:p>
        </p:txBody>
      </p:sp>
      <p:sp>
        <p:nvSpPr>
          <p:cNvPr id="24" name="Text 19"/>
          <p:cNvSpPr txBox="1"/>
          <p:nvPr/>
        </p:nvSpPr>
        <p:spPr>
          <a:xfrm>
            <a:off x="8432597" y="34290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 ut aliquip ex ea commodo consequat duis aute irure dolor in reprehenderit in voluptate.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457200" y="4846320"/>
            <a:ext cx="11277295" cy="1234440"/>
          </a:xfrm>
          <a:prstGeom prst="roundRect">
            <a:avLst>
              <a:gd name="adj" fmla="val 7407"/>
            </a:avLst>
          </a:prstGeom>
          <a:solidFill>
            <a:srgbClr val="002A3A"/>
          </a:solidFill>
          <a:ln w="9525">
            <a:solidFill>
              <a:srgbClr val="002A3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1520" y="5230368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64CCC9"/>
          </a:solidFill>
          <a:ln w="9525">
            <a:solidFill>
              <a:srgbClr val="64CCC9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31520" y="52303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ASK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2194560" y="4846320"/>
            <a:ext cx="9052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 curabitur pretium tincidunt lacus nulla gravida orci a odio nullam varius turpis et commodo pharetra est.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/ AUDIENCE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Laboris nisi ut aliquip ex ea commodo consequat duis aute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SLD-PERSONA-01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574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85416"/>
            <a:ext cx="384048" cy="38404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2075688"/>
            <a:ext cx="2296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 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2423160"/>
            <a:ext cx="2296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45–54 · lorem ipsum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9718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NEEDS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24612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 curabitur.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1148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BEHAVIORS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38912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Consequat duis aute irure dolor in reprehenderit in.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 eros bibendum elit nec luctus magna.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31520" y="5486400"/>
            <a:ext cx="302757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548640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need: Ad minim veniam quis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07738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82058" y="20574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074" y="2185416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359298" y="2075688"/>
            <a:ext cx="2296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 B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5359298" y="2423160"/>
            <a:ext cx="2296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55–64 · dolor sit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4582058" y="29718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NEEDS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4582058" y="324612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Fugiat nulla pariatur excepteur sint occaecat cupidatat non.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 sit.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4582058" y="41148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BEHAVIORS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4582058" y="438912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Pretium tincidunt lacus nulla gravida orci a odio.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Aliqua ut enim ad minim veniam quis.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582058" y="5486400"/>
            <a:ext cx="302757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719218" y="548640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need: Pretium tincidunt lacus nulla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8158277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432597" y="20574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613" y="2185416"/>
            <a:ext cx="384048" cy="384048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9209837" y="2075688"/>
            <a:ext cx="2296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 C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9209837" y="2423160"/>
            <a:ext cx="2296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65–75 · amet elit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8432597" y="29718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NEEDS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8432597" y="324612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 eros bibendum elit nec luctus magna felis.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 ea commodo consequat duis aute irure.</a:t>
            </a:r>
            <a:endParaRPr lang="en-US" sz="1150" dirty="0"/>
          </a:p>
        </p:txBody>
      </p:sp>
      <p:sp>
        <p:nvSpPr>
          <p:cNvPr id="36" name="Text 31"/>
          <p:cNvSpPr txBox="1"/>
          <p:nvPr/>
        </p:nvSpPr>
        <p:spPr>
          <a:xfrm>
            <a:off x="8432597" y="41148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BEHAVIORS</a:t>
            </a:r>
            <a:endParaRPr lang="en-US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8432597" y="438912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Amet consectetur adipiscing elit sed do eiusmod tempor.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Sint occaecat cupidatat non proident sunt in.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8432597" y="5486400"/>
            <a:ext cx="302757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8569757" y="548640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need: Aliqua ut enim ad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JOURNEY STAGES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Fugiat nulla pariatur excepteur sint occaecat cupidatat non proident sunt 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SLD-JOURNEY-01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05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65960" y="1783080"/>
            <a:ext cx="1865925" cy="640080"/>
          </a:xfrm>
          <a:prstGeom prst="roundRect">
            <a:avLst>
              <a:gd name="adj" fmla="val 11429"/>
            </a:avLst>
          </a:prstGeom>
          <a:solidFill>
            <a:srgbClr val="004F71"/>
          </a:solidFill>
          <a:ln w="9525">
            <a:solidFill>
              <a:srgbClr val="004F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93976" y="1783080"/>
            <a:ext cx="16830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1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41613" y="1783080"/>
            <a:ext cx="1865925" cy="640080"/>
          </a:xfrm>
          <a:prstGeom prst="roundRect">
            <a:avLst>
              <a:gd name="adj" fmla="val 11429"/>
            </a:avLst>
          </a:prstGeom>
          <a:solidFill>
            <a:srgbClr val="004F71"/>
          </a:solidFill>
          <a:ln w="9525">
            <a:solidFill>
              <a:srgbClr val="004F7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69629" y="1783080"/>
            <a:ext cx="16830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2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voluptate velit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17265" y="1783080"/>
            <a:ext cx="1865925" cy="640080"/>
          </a:xfrm>
          <a:prstGeom prst="roundRect">
            <a:avLst>
              <a:gd name="adj" fmla="val 11429"/>
            </a:avLst>
          </a:prstGeom>
          <a:solidFill>
            <a:srgbClr val="004F71"/>
          </a:solidFill>
          <a:ln w="9525">
            <a:solidFill>
              <a:srgbClr val="004F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45281" y="1783080"/>
            <a:ext cx="16830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3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Pretium tincidunt lacus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92918" y="1783080"/>
            <a:ext cx="1865925" cy="640080"/>
          </a:xfrm>
          <a:prstGeom prst="roundRect">
            <a:avLst>
              <a:gd name="adj" fmla="val 11429"/>
            </a:avLst>
          </a:prstGeom>
          <a:solidFill>
            <a:srgbClr val="004F71"/>
          </a:solidFill>
          <a:ln w="9525">
            <a:solidFill>
              <a:srgbClr val="004F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20934" y="1783080"/>
            <a:ext cx="16830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868571" y="1783080"/>
            <a:ext cx="1865925" cy="640080"/>
          </a:xfrm>
          <a:prstGeom prst="roundRect">
            <a:avLst>
              <a:gd name="adj" fmla="val 11429"/>
            </a:avLst>
          </a:prstGeom>
          <a:solidFill>
            <a:srgbClr val="004F71"/>
          </a:solidFill>
          <a:ln w="9525">
            <a:solidFill>
              <a:srgbClr val="004F7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96587" y="1783080"/>
            <a:ext cx="16830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5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Nostrud exercitation ullamco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5603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goal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965960" y="2560320"/>
            <a:ext cx="186592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93976" y="2670048"/>
            <a:ext cx="160989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941613" y="2560320"/>
            <a:ext cx="186592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69629" y="2670048"/>
            <a:ext cx="160989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 minim veniam quis nostrud exercitation ullamco laboris nisi.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17265" y="2560320"/>
            <a:ext cx="186592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45281" y="2670048"/>
            <a:ext cx="160989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 ut aliquip ex ea commodo consequat duis.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92918" y="2560320"/>
            <a:ext cx="186592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20934" y="2670048"/>
            <a:ext cx="160989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Consequat duis aute irure dolor in reprehenderit in voluptate.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868571" y="2560320"/>
            <a:ext cx="186592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96587" y="2670048"/>
            <a:ext cx="160989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voluptate velit esse cillum dolore eu fugiat nulla.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840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Touchpoints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965960" y="384048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93976" y="4114800"/>
            <a:ext cx="603504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093976" y="4114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941613" y="384048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69629" y="4114800"/>
            <a:ext cx="603504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069629" y="4114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27997" y="4114800"/>
            <a:ext cx="603504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27997" y="4114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App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17265" y="384048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45281" y="4114800"/>
            <a:ext cx="603504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45281" y="4114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703649" y="4114800"/>
            <a:ext cx="603504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03649" y="4114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App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362017" y="4114800"/>
            <a:ext cx="603504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362017" y="4114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Call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892918" y="384048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20934" y="4114800"/>
            <a:ext cx="603504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20934" y="4114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868571" y="384048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96587" y="4114800"/>
            <a:ext cx="603504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996587" y="4114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0654955" y="4114800"/>
            <a:ext cx="603504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654955" y="4114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App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4892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Typical duration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965960" y="48920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093976" y="48920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1–2 days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3941613" y="48920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069629" y="48920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 week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5917265" y="48920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045281" y="48920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2–3 days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7892918" y="48920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020934" y="48920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5–10 days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9868571" y="48920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996587" y="48920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1–2 weeks</a:t>
            </a:r>
            <a:endParaRPr lang="en-US" sz="1350" dirty="0"/>
          </a:p>
        </p:txBody>
      </p:sp>
      <p:sp>
        <p:nvSpPr>
          <p:cNvPr id="63" name="Text 61"/>
          <p:cNvSpPr txBox="1"/>
          <p:nvPr/>
        </p:nvSpPr>
        <p:spPr>
          <a:xfrm>
            <a:off x="457200" y="5577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Owner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1965960" y="55778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2093976" y="55778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Marketing</a:t>
            </a:r>
            <a:endParaRPr lang="en-US" sz="1350" dirty="0"/>
          </a:p>
        </p:txBody>
      </p:sp>
      <p:sp>
        <p:nvSpPr>
          <p:cNvPr id="66" name="Shape 64"/>
          <p:cNvSpPr/>
          <p:nvPr/>
        </p:nvSpPr>
        <p:spPr>
          <a:xfrm>
            <a:off x="3941613" y="55778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069629" y="55778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CX</a:t>
            </a:r>
            <a:endParaRPr lang="en-US" sz="1350" dirty="0"/>
          </a:p>
        </p:txBody>
      </p:sp>
      <p:sp>
        <p:nvSpPr>
          <p:cNvPr id="68" name="Shape 66"/>
          <p:cNvSpPr/>
          <p:nvPr/>
        </p:nvSpPr>
        <p:spPr>
          <a:xfrm>
            <a:off x="5917265" y="55778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045281" y="55778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Clinical ops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7892918" y="55778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020934" y="55778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Logistics</a:t>
            </a:r>
            <a:endParaRPr lang="en-US" sz="1350" dirty="0"/>
          </a:p>
        </p:txBody>
      </p:sp>
      <p:sp>
        <p:nvSpPr>
          <p:cNvPr id="72" name="Shape 70"/>
          <p:cNvSpPr/>
          <p:nvPr/>
        </p:nvSpPr>
        <p:spPr>
          <a:xfrm>
            <a:off x="9868571" y="55778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996587" y="55778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 · CX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CURRENT-STATE EXPERIENCE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Pretium tincidunt lacus nulla gravida orci a odio nullam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SLD-JOURNEY-01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06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65960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9525">
            <a:solidFill>
              <a:srgbClr val="004F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93976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1 · Ad minim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41613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9525">
            <a:solidFill>
              <a:srgbClr val="004F7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69629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2 · Laboris nisi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17265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9525">
            <a:solidFill>
              <a:srgbClr val="004F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45281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3 · Consequat duis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92918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9525">
            <a:solidFill>
              <a:srgbClr val="004F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20934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4 · In voluptate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868571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9525">
            <a:solidFill>
              <a:srgbClr val="004F7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96587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5 · Fugiat nulla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3317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the customer does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965960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93976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 ut aliquip ex ea commodo.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941613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69629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Consequat duis aute irure dolor in reprehenderit.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17265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45281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voluptate velit esse cillum dolore eu.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92918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20934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Fugiat nulla pariatur excepteur sint occaecat cupidatat.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868571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96587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Non proident sunt in culpa qui officia.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52044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they feel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965960" y="3520440"/>
            <a:ext cx="9768535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98922" y="3980840"/>
            <a:ext cx="1975653" cy="86411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74575" y="4067251"/>
            <a:ext cx="1975653" cy="172822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6850228" y="4096055"/>
            <a:ext cx="1975653" cy="144018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8825880" y="4009644"/>
            <a:ext cx="1975653" cy="86411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16626" y="3898544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965960" y="4099712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Neutral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92279" y="3984955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941613" y="4186123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Unsure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767932" y="4157777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17265" y="4358945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Frustrated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743584" y="4013759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92918" y="4214927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Hesitant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719237" y="3927348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868571" y="4128516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Relieved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8920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965960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093976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Odio nullam varius turpis et commodo pharetra.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941613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069629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 eros bibendum elit nec luctus magna.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917265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045281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Felis sollicitudin mauris integer in mauris eu.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892918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020934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 sit.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868571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996587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Amet consectetur adipiscing elit sed do eiusmod.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POINTS / FRICTION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Felis sollicitudin mauris integer in mauris eu nibh euismod gravida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07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234794"/>
            <a:ext cx="395021" cy="39502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 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Exercitation ullamco laboris nisi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Dolor sit amet consectetur adipiscing elit sed do eiusmod tempor incididunt ut labore et dolore magna aliqua ut enim ad minim veniam quis nostrud exercitation ullamco laboris nisi ut aliquip.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07738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27778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2234794"/>
            <a:ext cx="395021" cy="39502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27778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 2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627778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Qui officia deserunt mollit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4627778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Ut aliquip ex ea commodo consequat duis aute irure dolor in reprehenderit in voluptate velit esse cillum dolore eu fugiat nulla pariatur excepteur sint occaecat cupidatat non proident sunt in.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158277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78317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990" y="2234794"/>
            <a:ext cx="395021" cy="39502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78317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 3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78317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Mauris eu nibh euismod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8478317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Sunt in culpa qui officia deserunt mollit anim id est laborum curabitur pretium tincidunt lacus nulla gravida orci a odio nullam varius turpis et commodo pharetra est eros bibendum elit.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NEEDS / INSIGHTS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Tempor incididunt ut labore et dolore magna aliqua ut enim 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SLD-QUOTE-01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08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2606040"/>
            <a:ext cx="30275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“Labore et dolore magna aliqua ut enim ad minim veniam quis nostrud exercitation ullamco laboris nisi ut aliquip ex ea.”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1520" y="4572000"/>
            <a:ext cx="3027578" cy="0"/>
          </a:xfrm>
          <a:prstGeom prst="line">
            <a:avLst/>
          </a:prstGeom>
          <a:noFill/>
          <a:ln w="9525">
            <a:solidFill>
              <a:srgbClr val="D9D9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70916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 A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0292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45–64 · interview · 2025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1520" y="5440680"/>
            <a:ext cx="302757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44068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Theme: Non proident sunt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07738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8205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210312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582058" y="2606040"/>
            <a:ext cx="30275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“Non proident sunt in culpa qui officia deserunt mollit anim id est laborum curabitur pretium tincidunt lacus nulla gravida orci.”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582058" y="4572000"/>
            <a:ext cx="3027578" cy="0"/>
          </a:xfrm>
          <a:prstGeom prst="line">
            <a:avLst/>
          </a:prstGeom>
          <a:noFill/>
          <a:ln w="9525">
            <a:solidFill>
              <a:srgbClr val="D9D9D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582058" y="470916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 B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4582058" y="50292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45–64 · interview · 2026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582058" y="5440680"/>
            <a:ext cx="302757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719218" y="544068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Theme: Felis sollicitudin mauris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158277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432597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10312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432597" y="2606040"/>
            <a:ext cx="30275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“Nibh euismod gravida lorem ipsum dolor sit amet consectetur adipiscing elit sed do eiusmod tempor incididunt ut labore et dolore.”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8432597" y="4572000"/>
            <a:ext cx="3027578" cy="0"/>
          </a:xfrm>
          <a:prstGeom prst="line">
            <a:avLst/>
          </a:prstGeom>
          <a:noFill/>
          <a:ln w="9525">
            <a:solidFill>
              <a:srgbClr val="D9D9D6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432597" y="470916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 C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8432597" y="50292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45–64 · interview · 2026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8432597" y="5440680"/>
            <a:ext cx="302757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569757" y="544068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Theme: Nostrud exercitation ullamco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OPPORTUNITIES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 ea commodo consequat duis aute irure dolor 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09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234794"/>
            <a:ext cx="395021" cy="39502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OPPORTUNITY 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Varius turpis et commodo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Pharetra est eros bibendum elit nec luctus magna felis sollicitudin mauris integer in mauris eu nibh euismod gravida lorem ipsum dolor sit amet consectetur adipiscing elit sed do eiusmod tempor.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07738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27778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2234794"/>
            <a:ext cx="395021" cy="39502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27778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OPPORTUNITY 2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627778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Ut labore et dolore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4627778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Eiusmod tempor incididunt ut labore et dolore magna aliqua ut enim ad minim veniam quis nostrud exercitation ullamco laboris nisi ut aliquip ex ea commodo consequat duis aute irure dolor.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158277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78317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990" y="2234794"/>
            <a:ext cx="395021" cy="39502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78317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OPPORTUNITY 3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78317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Eu fugiat nulla pariatur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8478317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Irure dolor in reprehenderit in voluptate velit esse cillum dolore eu fugiat nulla pariatur excepteur sint occaecat cupidatat non proident sunt in culpa qui officia deserunt mollit anim id est.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FUTURE-STATE JOURNEY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Sint occaecat cupidatat non proident sunt in culpa qui officia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SLD-JOURNEY-01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65960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9525">
            <a:solidFill>
              <a:srgbClr val="004F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93976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1 · Ad minim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T–45 days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41613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9525">
            <a:solidFill>
              <a:srgbClr val="004F7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69629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2 · Laboris nisi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T–30 days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17265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9525">
            <a:solidFill>
              <a:srgbClr val="004F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45281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3 · Consequat duis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92918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9525">
            <a:solidFill>
              <a:srgbClr val="004F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20934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4 · In voluptate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+3 to +10 days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868571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004F71"/>
          </a:solidFill>
          <a:ln w="9525">
            <a:solidFill>
              <a:srgbClr val="004F7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96587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5 · Fugiat nulla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+14 days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Channel moment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965960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4F7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93976" y="2487168"/>
            <a:ext cx="146304" cy="146304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13432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41613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77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629" y="2487168"/>
            <a:ext cx="146304" cy="146304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89085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7A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Fugiat nulla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17265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B041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45281" y="2487168"/>
            <a:ext cx="146304" cy="146304"/>
          </a:xfrm>
          <a:prstGeom prst="ellipse">
            <a:avLst/>
          </a:prstGeom>
          <a:solidFill>
            <a:srgbClr val="B0412D"/>
          </a:solidFill>
          <a:ln w="12700">
            <a:solidFill>
              <a:srgbClr val="B041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4737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412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RCS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Pretium tincidunt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892918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77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0934" y="2487168"/>
            <a:ext cx="146304" cy="146304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40390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7A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Felis sollicitudin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868571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4F7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96587" y="2487168"/>
            <a:ext cx="146304" cy="146304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216043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Tempor incididunt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2880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the customer does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965960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093976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voluptate velit esse cillum dolore eu.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941613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069629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Fugiat nulla pariatur excepteur sint occaecat cupidatat.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917265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45281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Non proident sunt in culpa qui officia.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892918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20934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 curabitur.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868571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996587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Pretium tincidunt lacus nulla gravida orci a.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38862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they feel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965960" y="3886200"/>
            <a:ext cx="9768535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2898922" y="4210263"/>
            <a:ext cx="1975653" cy="52669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4874575" y="4153205"/>
            <a:ext cx="1975653" cy="57059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0228" y="4153205"/>
            <a:ext cx="1975653" cy="65837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8825880" y="4131259"/>
            <a:ext cx="1975653" cy="87782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16626" y="4180637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965960" y="4381805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Informed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792279" y="4127967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941613" y="4329135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Ready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767932" y="4070909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917265" y="4272077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control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743584" y="4136746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892918" y="4337914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Supported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0719237" y="4048963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868571" y="4250131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Reassured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50749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changes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965960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2093976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dolor.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3941613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069629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Amet consectetur adipiscing elit sed do.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5917265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045281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Tempor incididunt ut labore et dolore.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7892918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020934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Aliqua ut enim ad minim veniam.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9868571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996587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Nostrud exercitation ullamco laboris nisi ut.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EXPERIENCE PRINCIPLES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Gravida orci a odio nullam varius turpis et commodo pharetra est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11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234794"/>
            <a:ext cx="395021" cy="39502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PRINCIPLE 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Aliquip ex ea commodo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 curabitur pretium tincidunt lacus nulla gravida orci a odio nullam varius turpis et commodo pharetra est eros bibendum elit nec luctus magna felis sollicitudin.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07738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27778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2234794"/>
            <a:ext cx="395021" cy="39502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27778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PRINCIPLE 2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627778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Id est laborum curabitur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4627778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Felis sollicitudin mauris integer in mauris eu nibh euismod gravida lorem ipsum dolor sit amet consectetur adipiscing elit sed do eiusmod tempor incididunt ut labore et dolore magna aliqua ut.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158277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78317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5F5FC"/>
          </a:solidFill>
          <a:ln w="9525">
            <a:solidFill>
              <a:srgbClr val="E5F5F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990" y="2234794"/>
            <a:ext cx="395021" cy="39502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78317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PRINCIPLE 3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78317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Lorem ipsum dolor sit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8478317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Aliqua ut enim ad minim veniam quis nostrud exercitation ullamco laboris nisi ut aliquip ex ea commodo consequat duis aute irure dolor in reprehenderit in voluptate velit esse cillum dolore.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PRIORITY OPPORTUNITIES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 mauris eu nibh euismod gravida lorem ipsum dolor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SLD-MATRIX-01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12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5840" y="1783080"/>
            <a:ext cx="65836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801368"/>
            <a:ext cx="3273552" cy="2061972"/>
          </a:xfrm>
          <a:prstGeom prst="roundRect">
            <a:avLst>
              <a:gd name="adj" fmla="val 4435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783080"/>
            <a:ext cx="0" cy="4160520"/>
          </a:xfrm>
          <a:prstGeom prst="line">
            <a:avLst/>
          </a:prstGeom>
          <a:noFill/>
          <a:ln w="12700">
            <a:solidFill>
              <a:srgbClr val="D9D9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863340"/>
            <a:ext cx="6583680" cy="0"/>
          </a:xfrm>
          <a:prstGeom prst="line">
            <a:avLst/>
          </a:prstGeom>
          <a:noFill/>
          <a:ln w="12700">
            <a:solidFill>
              <a:srgbClr val="D9D9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Quick wins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Big bets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0005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Fill-ins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0005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Deprioritize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 rot="16200000">
            <a:off x="411480" y="37261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IMPACT ↑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6035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EFFORT →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08022" y="2432304"/>
            <a:ext cx="365760" cy="365760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08022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27248" y="2973172"/>
            <a:ext cx="365760" cy="365760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27248" y="29731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31536" y="2349094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31536" y="23490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66390" y="4512564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66390" y="45125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68189" y="4262933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68189" y="426293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21578" y="5011826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21578" y="501182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OPPORTUNITIES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2194560"/>
            <a:ext cx="329184" cy="329184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503920" y="21579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046720" y="2834640"/>
            <a:ext cx="329184" cy="329184"/>
          </a:xfrm>
          <a:prstGeom prst="ellipse">
            <a:avLst/>
          </a:prstGeom>
          <a:solidFill>
            <a:srgbClr val="004F71"/>
          </a:solidFill>
          <a:ln w="12700">
            <a:solidFill>
              <a:srgbClr val="004F7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503920" y="27980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Consequat duis aute irure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046720" y="3474720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46720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503920" y="34381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Non proident sunt in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 ea commodo consequat duis aute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046720" y="4114800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4672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503920" y="40782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Odio nullam varius turpis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 laborum curabitur pretium tincidunt lacus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046720" y="4754880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046720" y="4754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503920" y="47183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Ipsum dolor sit amet consectetur adipiscing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046720" y="5394960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4672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503920" y="53583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Aliqua ut enim ad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Duis aute irure dolor in reprehenderit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4F7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Et dolore magna aliqua ut enim ad minim veniam quis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SLD-NEXT-STEPS-01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13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383280" cy="4343400"/>
          </a:xfrm>
          <a:prstGeom prst="roundRect">
            <a:avLst>
              <a:gd name="adj" fmla="val 3243"/>
            </a:avLst>
          </a:prstGeom>
          <a:solidFill>
            <a:srgbClr val="002A3A"/>
          </a:solidFill>
          <a:ln w="9525">
            <a:solidFill>
              <a:srgbClr val="002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0312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64CCC9"/>
          </a:solidFill>
          <a:ln w="9525">
            <a:solidFill>
              <a:srgbClr val="64CC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Decision needed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51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Consequat duis aute irure dolor in reprehenderit in.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2976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Scope: [lorem ipsum]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Owner: [role]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CCEBF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Resources: [dolor sit]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783080"/>
          <a:ext cx="761969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687775"/>
                <a:gridCol w="201168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STEP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ACTION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OWNER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DATE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4F7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1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Ad minim veniam quis nostrud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Leadership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Oct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4F7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2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Fugiat nulla pariatur excepteur sint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Design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Nov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4F7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Odio nullam varius turpis et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Product · Eng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Dec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4F7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4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Amet consectetur adipiscing elit sed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Ops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Jan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4F7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5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Ex ea commodo consequat duis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Analytics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Mar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Journey Presentation — template</dc:title>
  <dc:subject>PptxGenJS Presentation</dc:subject>
  <dc:creator>CX Presentation System</dc:creator>
  <cp:lastModifiedBy>CX Presentation System</cp:lastModifiedBy>
  <cp:revision>1</cp:revision>
  <dcterms:created xsi:type="dcterms:W3CDTF">2026-09-26T00:59:38Z</dcterms:created>
  <dcterms:modified xsi:type="dcterms:W3CDTF">2026-09-26T00:59:38Z</dcterms:modified>
</cp:coreProperties>
</file>